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5ed7a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5ed7a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5ed7a5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5ed7a5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5ed7a5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75ed7a5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5ed7a5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5ed7a5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5ed7a5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75ed7a5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ed7a5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ed7a5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5ed7a5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5ed7a5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