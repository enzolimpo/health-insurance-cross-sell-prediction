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60e7988d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760e7988d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760e7988d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760e7988d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60e7988d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760e7988d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760e7988d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760e7988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760e7988d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760e7988d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760e7988d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760e7988d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760e7988d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760e7988d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760e7988d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760e7988d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